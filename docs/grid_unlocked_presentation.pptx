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F0FF"/>
                </a:solidFill>
                <a:latin typeface="Arial"/>
              </a:defRPr>
            </a:pPr>
            <a:r>
              <a:t>GRID UNLOCKED</a:t>
            </a:r>
          </a:p>
          <a:p>
            <a:pPr algn="ctr">
              <a:spcBef>
                <a:spcPts val="2000"/>
              </a:spcBef>
              <a:defRPr sz="2200" b="1">
                <a:solidFill>
                  <a:srgbClr val="FF9F0A"/>
                </a:solidFill>
                <a:latin typeface="Arial"/>
              </a:defRPr>
            </a:pPr>
            <a:r>
              <a:t>Spatio-Temporal Traffic Intelligence &amp; What-If Simulation Platform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0F2F5"/>
                </a:solidFill>
                <a:latin typeface="Arial"/>
              </a:defRPr>
            </a:pPr>
            <a:r>
              <a:t>A Graph-Theoretic, Machine Learning-Driven Approach to Bengaluru Traffic Mitigation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0F2F5"/>
                </a:solidFill>
                <a:latin typeface="Arial"/>
              </a:defRPr>
            </a:pPr>
            <a:r>
              <a:t>Senior-Level Technical Presentation &amp; Academic Evaluation</a:t>
            </a:r>
          </a:p>
          <a:p>
            <a:pPr algn="ctr">
              <a:spcBef>
                <a:spcPts val="1000"/>
              </a:spcBef>
              <a:defRPr sz="1400">
                <a:solidFill>
                  <a:srgbClr val="F0F2F5"/>
                </a:solidFill>
                <a:latin typeface="Arial"/>
              </a:defRPr>
            </a:pPr>
            <a:r>
              <a:t>Presented by: Naitik Rishu  |  github.com/NaitikRishu/Grid-Unlocked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1.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Core Premise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Bengaluru faces extreme urban traffic congestion with non-linear bottlenecks.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Grid Unlocked transitions traffic planning from reactive dispatch to proactive spatial computation.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Enables simulation of police dispatch, physical barricades, signal optimizations, and routing before street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Key Innovation Pillars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ML Duration Model: Random Forest/XGBoost regressing incident clearance times.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Graph Propagation Model: Exponential decay modeling of ward spillover via road network geodesics.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Dijkstra Detour Routing: Dynamic capacity penalty masking for computed detour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2. MULTI-TIER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Architecture Layers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React Leaflet Frontend: Modern operations dashboard rendering ward overlays, event pins, heatmap telemetry, and routes.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Express Gateway Proxy: Unified endpoint management, CORS middleware, and WebSocket servers streaming historical playback snapshots.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FastAPI Computational Backend: Core algorithms, ML models, spatial solvers, and graph distance routing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System Telemetry Flow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Sub-second REST API response times for what-if parameters.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Robust WebSockets: 20 FPS real-time replay animation of incident timeline dispersion.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Zero-Network local fallback: Offline graph capabilities ensure resilience during third-party API outage.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3. GEOGRAPHIC DATA &amp; ROAD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Bengaluru Drive Graph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NetworkX Directed MultiDiGraph containing Bengaluru's road networks (parsed via OSMnx).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Maintains approx. 50,000 nodes (intersections) and 120,000 edges (street segments).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Persisted in 'bengaluru_graph.pkl' inside the submission ZIP to bypass OSM API download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Spatial Joins &amp; Snapping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Fast latitude/longitude snapping to the nearest road intersection node.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Municipal Wards: Spatial polygons of 243 municipal wards (BBMP zones) stored in 'bengaluru_zones.geojson'.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Graceful Fallback: Snap-to-Road API integrated with local Haversine calculations.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4. PREDICTIVE ML: INCIDENT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Feature Matrix Construction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Temporal Features: Hour of day, day of week, seasonal metrics, morning/evening peak-hour flags.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Spatial Features: Historical average incident duration per ward, traffic violation density, and road class classifications.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Ensemble Regressor: Trained on Random Forest and XGBoost to predict the incident clearance duration.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Operational Performance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FastAPI inference pipeline executes model prediction in under 15 milliseconds.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Dynamic baseline binding: Clearance time adjusts instantly on the dashboard as operators tweak time-of-day sliders.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Robust evaluation metrics: Validated via RMSE, MAE, and R-squared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5. SPATIO-TEMPORAL PROPAGATION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How incidents spill over into adjacent municipal zones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F0F2F5"/>
                </a:solidFill>
                <a:latin typeface="Arial"/>
              </a:defRPr>
            </a:pPr>
            <a:r>
              <a:t>Baseline congestion is propagated from the incident epicenter through the graph to neighboring wards.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00F0FF"/>
                </a:solidFill>
                <a:latin typeface="Arial"/>
              </a:defRPr>
            </a:pPr>
            <a:r>
              <a:t>Let the epicenter be ward W0 and neighboring ward be Wi. The score S(Wi) is formulated as: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00F0FF"/>
                </a:solidFill>
                <a:latin typeface="Arial"/>
              </a:defRPr>
            </a:pPr>
            <a:r>
              <a:t>   S(Wi) = S_baseline(Wi) + (S_peak(W0) - S_baseline(W0)) * e^(-0.15 * d_G(W0, Wi))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800" b="1">
                <a:solidFill>
                  <a:srgbClr val="00F0FF"/>
                </a:solidFill>
                <a:latin typeface="Arial"/>
              </a:defRPr>
            </a:pPr>
            <a:r>
              <a:t>Where d_G is the shortest geodesic graph distance between the ward centroids on the road network.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400">
                <a:solidFill>
                  <a:srgbClr val="F0F2F5"/>
                </a:solidFill>
                <a:latin typeface="Arial"/>
              </a:defRPr>
            </a:pPr>
            <a:r>
              <a:t>This ensures natural geographic boundaries (e.g. lakes, highways) are respected during traffic dispersion.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6. WHAT-IF STRATEGY SIMULATION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Manpower Mitigation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Deploying police officers dampens local congestion score linearly: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S_mitigated = S_base * (1.0 - 0.012 * P)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Deploying 50 police officers cuts local congestion by up to 60%.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Barricade Radius Squeezing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Physical barricades block traffic entry, squeezing the propagation radius: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R_effective = R_max - (20 * B) meters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Deploying 20 barricades squeezes the impact zone from 500m to 100m.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7. GRAPH-BASED DIVERSION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Edge Capacity Masking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Streets falling inside the congested radius are dynamically masked.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Their travel time weight is multiplied by a penalty factor proportional to ward congestion: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Weight(e) = Weight(e) * (1.0 + 10.0 * S_ward)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Simulates a virtual street block, forcing rerouting solver to bypass the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Alternative detours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Dijkstra's shortest path computes 3 alternate paths on the penalized graph.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Renders Cyan (optimal detour), Orange (secondary), and Red (closed) on map.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HUD compares travel time, average speed, and estimated CO2 reduction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8. SMART RECOMMENDATION SOLVER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Optimization Solver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Solves for the minimal manpower required to reduce local congestion below a safe threshold of 40.0.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Runs temporal shift checks (e.g., -60m, -30m, +30m) to identify offsets that bypass peak-hour congestion spikes.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Supporting Evidence Log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Indexes historical events matching the current ward and incident cause (e.g., historical waterlogging in Indiranagar).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Displays past incident durations, similarity indexes, and priorities to give officers operational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9. ELITE COMMAND HUD &amp; UX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Interactive Controls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Calibrated Risk Gauge: 20-segment colored block index indicating LOW, MEDIUM, or CRITICAL risk levels.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Interactive Map Barricades: Click orange recommended pins directly on the map to deploy barricades (turning them red and updating sidebar state).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Telemetry &amp; Timelines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Dynamic Scrubber Bar: 60-minute playback timeline showing traffic dispersion, with stable divisor color normalization.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Smart Resource Badges: Custom graphical badges with shield/barrier icons showing clean, non-wrapping counts.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F0FF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  <a:latin typeface="Arial"/>
              </a:defRPr>
            </a:pPr>
            <a:r>
              <a:t>10. VERIFICATION, DEPLOYMENT &amp;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Production Deployment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Frontend: Static React build hosted on Netlify, connected to API endpoints.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Backend/WebSockets: Hosted on Railway, connected to Github for automated Docker rebuilds.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Production Spaces: Deployed to Hugging Face Spaces.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9F0A"/>
                </a:solidFill>
                <a:latin typeface="Arial"/>
              </a:defRPr>
            </a:pPr>
            <a:r>
              <a:t>1-Command Local Setup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We created unified launcher scripts (run_local.sh for macOS/Linux and run_local.bat for Windows).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F0F2F5"/>
                </a:solidFill>
                <a:latin typeface="Arial"/>
              </a:defRPr>
            </a:pPr>
            <a:r>
              <a:t>• Automatically checks Node/Python, builds virtual environment, installs requirements, and runs FastAPI, Express, and Vite simultaneously.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C99AC"/>
                </a:solidFill>
                <a:latin typeface="Arial"/>
              </a:defRPr>
            </a:pPr>
            <a:r>
              <a:t>GRID UNLOCKED  |  SPATIO-TEMPORAL TRAFFIC SIMULATOR  |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